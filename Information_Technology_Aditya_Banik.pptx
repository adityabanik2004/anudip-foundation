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Information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FFFF"/>
                </a:solidFill>
              </a:rPr>
              <a:t>Digital Systems · Data · Networks · Innovation</a:t>
            </a:r>
          </a:p>
          <a:p>
            <a:r>
              <a:rPr dirty="0">
                <a:solidFill>
                  <a:srgbClr val="FFFFFF"/>
                </a:solidFill>
              </a:rPr>
              <a:t>Presented by: [</a:t>
            </a:r>
            <a:r>
              <a:rPr lang="en-US" dirty="0">
                <a:solidFill>
                  <a:srgbClr val="FFFFFF"/>
                </a:solidFill>
              </a:rPr>
              <a:t>Aditya Banik</a:t>
            </a:r>
            <a:r>
              <a:rPr dirty="0">
                <a:solidFill>
                  <a:srgbClr val="FFFFFF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What is Information Technology?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IT refers to the use of technology to manage information.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Computers, software, and networks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Data storage and processing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Digital communication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Core Components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Main elements of IT systems: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Hardware – Physical devices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Software – Programs &amp; OS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Networking – Internet &amp; LAN/WAN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Data – Raw facts processed into info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People – IT professionals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Networking &amp;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Types of Networks: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LAN – Local Area Network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MAN – Metropolitan Area Network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WAN – Wide Area Network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PAN – Personal Area Network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Devices: Router, Switch, Modem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Protecting systems from threats: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Viruses &amp; Malware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Phishing &amp; Ransomware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Firewalls &amp; Encryption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Multi-Factor Authentication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Data Backup &amp;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Internet-based computing services: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IaaS – Infrastructure as a Service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PaaS – Platform as a Service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SaaS – Software as a Service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Examples: AWS, Azure, Google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Emerging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Modern IT innovations: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Artificial Intelligence (AI)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Internet of Things (IoT)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Blockchain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Big Data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ERP vs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ERP – Manages internal business processes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Finance, HR, Inventory, Supply Chain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CRM – Manages customer relationships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Sales, Marketing, Customer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Structured – Tables &amp; databases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Semi-structured – JSON, XML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Unstructured – Text, Images, Videos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Role of Business Analyst: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Requirement gathering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Data analysis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Process improvement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Solution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Agile vs 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Waterfall – Linear approach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Agile – Iterative sprints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Agile allows flexibility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Waterfall suits fixed requirements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93C78"/>
                </a:solidFill>
              </a:rPr>
              <a:t>IT powers the modern world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Cloud &amp; AI are transforming industries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Security &amp; governance are essential</a:t>
            </a:r>
          </a:p>
          <a:p>
            <a:pPr lvl="1"/>
            <a:r>
              <a:rPr sz="2000">
                <a:solidFill>
                  <a:srgbClr val="193C78"/>
                </a:solidFill>
              </a:rPr>
              <a:t>Business + Technology work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294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Information Technology</vt:lpstr>
      <vt:lpstr>What is Information Technology?</vt:lpstr>
      <vt:lpstr>Core Components of IT</vt:lpstr>
      <vt:lpstr>Networking &amp; Internet</vt:lpstr>
      <vt:lpstr>Cybersecurity</vt:lpstr>
      <vt:lpstr>Cloud Computing</vt:lpstr>
      <vt:lpstr>Emerging Technologies</vt:lpstr>
      <vt:lpstr>ERP vs CRM</vt:lpstr>
      <vt:lpstr>Data Types</vt:lpstr>
      <vt:lpstr>Business Analysis</vt:lpstr>
      <vt:lpstr>Agile vs Waterfall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-</dc:description>
  <cp:lastModifiedBy>ADITYA BANIK</cp:lastModifiedBy>
  <cp:revision>2</cp:revision>
  <dcterms:created xsi:type="dcterms:W3CDTF">2013-01-27T09:14:16Z</dcterms:created>
  <dcterms:modified xsi:type="dcterms:W3CDTF">2026-02-21T08:42:42Z</dcterms:modified>
  <cp:category/>
</cp:coreProperties>
</file>